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e5bc73c6e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e5bc73c6e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4e5bc73c6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4e5bc73c6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e5bc73c6e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e5bc73c6e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4e5bc73c6e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4e5bc73c6e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e5bc73c6e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e5bc73c6e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e5bc73c6e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e5bc73c6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e5bc73c6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e5bc73c6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e5bc73c6e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4e5bc73c6e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e5bc73c6e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4e5bc73c6e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4e5bc73c6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4e5bc73c6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e5bc73c6e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4e5bc73c6e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4e5bc73c6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4e5bc73c6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143000" y="2701528"/>
            <a:ext cx="6858000" cy="1241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9" name="Google Shape;19;p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971600" y="273844"/>
            <a:ext cx="6984900" cy="857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971600" y="1369219"/>
            <a:ext cx="69849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 name="Google Shape;25;p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7" name="Google Shape;27;p3"/>
          <p:cNvPicPr preferRelativeResize="0"/>
          <p:nvPr/>
        </p:nvPicPr>
        <p:blipFill rotWithShape="1">
          <a:blip r:embed="rId2">
            <a:alphaModFix/>
          </a:blip>
          <a:srcRect b="0" l="0" r="0" t="0"/>
          <a:stretch/>
        </p:blipFill>
        <p:spPr>
          <a:xfrm>
            <a:off x="8033634" y="247660"/>
            <a:ext cx="963432" cy="478319"/>
          </a:xfrm>
          <a:prstGeom prst="rect">
            <a:avLst/>
          </a:prstGeom>
          <a:noFill/>
          <a:ln>
            <a:noFill/>
          </a:ln>
        </p:spPr>
      </p:pic>
      <p:pic>
        <p:nvPicPr>
          <p:cNvPr id="28" name="Google Shape;28;p3"/>
          <p:cNvPicPr preferRelativeResize="0"/>
          <p:nvPr/>
        </p:nvPicPr>
        <p:blipFill rotWithShape="1">
          <a:blip r:embed="rId3">
            <a:alphaModFix/>
          </a:blip>
          <a:srcRect b="0" l="0" r="0" t="0"/>
          <a:stretch/>
        </p:blipFill>
        <p:spPr>
          <a:xfrm>
            <a:off x="69988" y="0"/>
            <a:ext cx="1117324" cy="1039978"/>
          </a:xfrm>
          <a:prstGeom prst="rect">
            <a:avLst/>
          </a:prstGeom>
          <a:noFill/>
          <a:ln>
            <a:noFill/>
          </a:ln>
        </p:spPr>
      </p:pic>
      <p:sp>
        <p:nvSpPr>
          <p:cNvPr id="29" name="Google Shape;29;p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pic>
        <p:nvPicPr>
          <p:cNvPr id="31" name="Google Shape;31;p4"/>
          <p:cNvPicPr preferRelativeResize="0"/>
          <p:nvPr/>
        </p:nvPicPr>
        <p:blipFill rotWithShape="1">
          <a:blip r:embed="rId2">
            <a:alphaModFix/>
          </a:blip>
          <a:srcRect b="0" l="0" r="0" t="0"/>
          <a:stretch/>
        </p:blipFill>
        <p:spPr>
          <a:xfrm>
            <a:off x="-4763" y="0"/>
            <a:ext cx="9143998" cy="5143500"/>
          </a:xfrm>
          <a:prstGeom prst="rect">
            <a:avLst/>
          </a:prstGeom>
          <a:noFill/>
          <a:ln>
            <a:noFill/>
          </a:ln>
        </p:spPr>
      </p:pic>
      <p:pic>
        <p:nvPicPr>
          <p:cNvPr id="32" name="Google Shape;32;p4"/>
          <p:cNvPicPr preferRelativeResize="0"/>
          <p:nvPr/>
        </p:nvPicPr>
        <p:blipFill rotWithShape="1">
          <a:blip r:embed="rId3">
            <a:alphaModFix/>
          </a:blip>
          <a:srcRect b="0" l="0" r="0" t="0"/>
          <a:stretch/>
        </p:blipFill>
        <p:spPr>
          <a:xfrm>
            <a:off x="8033634" y="247660"/>
            <a:ext cx="963432" cy="478319"/>
          </a:xfrm>
          <a:prstGeom prst="rect">
            <a:avLst/>
          </a:prstGeom>
          <a:noFill/>
          <a:ln>
            <a:noFill/>
          </a:ln>
        </p:spPr>
      </p:pic>
      <p:sp>
        <p:nvSpPr>
          <p:cNvPr id="33" name="Google Shape;33;p4"/>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 type="body"/>
          </p:nvPr>
        </p:nvSpPr>
        <p:spPr>
          <a:xfrm>
            <a:off x="623888" y="3442098"/>
            <a:ext cx="7886700" cy="1125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2000"/>
              <a:buNone/>
              <a:defRPr sz="20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5" name="Google Shape;35;p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p:nvPr/>
        </p:nvSpPr>
        <p:spPr>
          <a:xfrm>
            <a:off x="628650" y="4754189"/>
            <a:ext cx="2057182" cy="287070"/>
          </a:xfrm>
          <a:custGeom>
            <a:rect b="b" l="l" r="r" t="t"/>
            <a:pathLst>
              <a:path extrusionOk="0" h="189485" w="1026026">
                <a:moveTo>
                  <a:pt x="0" y="0"/>
                </a:moveTo>
                <a:lnTo>
                  <a:pt x="1026026" y="0"/>
                </a:lnTo>
                <a:lnTo>
                  <a:pt x="1026026" y="189485"/>
                </a:lnTo>
                <a:lnTo>
                  <a:pt x="0" y="189485"/>
                </a:lnTo>
                <a:close/>
              </a:path>
            </a:pathLst>
          </a:custGeom>
          <a:solidFill>
            <a:srgbClr val="1869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 name="Google Shape;37;p4"/>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8" name="Google Shape;38;p4"/>
          <p:cNvPicPr preferRelativeResize="0"/>
          <p:nvPr/>
        </p:nvPicPr>
        <p:blipFill rotWithShape="1">
          <a:blip r:embed="rId4">
            <a:alphaModFix/>
          </a:blip>
          <a:srcRect b="0" l="0" r="0" t="0"/>
          <a:stretch/>
        </p:blipFill>
        <p:spPr>
          <a:xfrm>
            <a:off x="69988" y="0"/>
            <a:ext cx="1117324" cy="1039978"/>
          </a:xfrm>
          <a:prstGeom prst="rect">
            <a:avLst/>
          </a:prstGeom>
          <a:noFill/>
          <a:ln>
            <a:noFill/>
          </a:ln>
        </p:spPr>
      </p:pic>
      <p:sp>
        <p:nvSpPr>
          <p:cNvPr id="39" name="Google Shape;39;p4"/>
          <p:cNvSpPr/>
          <p:nvPr/>
        </p:nvSpPr>
        <p:spPr>
          <a:xfrm>
            <a:off x="8199866" y="4758012"/>
            <a:ext cx="348849" cy="324019"/>
          </a:xfrm>
          <a:custGeom>
            <a:rect b="b" l="l" r="r" t="t"/>
            <a:pathLst>
              <a:path extrusionOk="0" h="189485" w="1026026">
                <a:moveTo>
                  <a:pt x="0" y="0"/>
                </a:moveTo>
                <a:lnTo>
                  <a:pt x="1026026" y="0"/>
                </a:lnTo>
                <a:lnTo>
                  <a:pt x="1026026" y="189485"/>
                </a:lnTo>
                <a:lnTo>
                  <a:pt x="0" y="189485"/>
                </a:lnTo>
                <a:close/>
              </a:path>
            </a:pathLst>
          </a:custGeom>
          <a:solidFill>
            <a:srgbClr val="1869A6"/>
          </a:solidFill>
          <a:ln>
            <a:noFill/>
          </a:ln>
        </p:spPr>
      </p:sp>
      <p:sp>
        <p:nvSpPr>
          <p:cNvPr id="40" name="Google Shape;40;p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5"/>
          <p:cNvSpPr txBox="1"/>
          <p:nvPr>
            <p:ph type="title"/>
          </p:nvPr>
        </p:nvSpPr>
        <p:spPr>
          <a:xfrm>
            <a:off x="971600" y="273844"/>
            <a:ext cx="6984900" cy="857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idx="1" type="body"/>
          </p:nvPr>
        </p:nvSpPr>
        <p:spPr>
          <a:xfrm>
            <a:off x="628650" y="1369219"/>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5"/>
          <p:cNvSpPr txBox="1"/>
          <p:nvPr>
            <p:ph idx="2" type="body"/>
          </p:nvPr>
        </p:nvSpPr>
        <p:spPr>
          <a:xfrm>
            <a:off x="4629150" y="1369219"/>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971599" y="273844"/>
            <a:ext cx="69849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797470" y="1260872"/>
            <a:ext cx="37008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1" name="Google Shape;51;p6"/>
          <p:cNvSpPr txBox="1"/>
          <p:nvPr>
            <p:ph idx="2" type="body"/>
          </p:nvPr>
        </p:nvSpPr>
        <p:spPr>
          <a:xfrm>
            <a:off x="797470" y="1878806"/>
            <a:ext cx="37008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 name="Google Shape;52;p6"/>
          <p:cNvSpPr txBox="1"/>
          <p:nvPr>
            <p:ph idx="3" type="body"/>
          </p:nvPr>
        </p:nvSpPr>
        <p:spPr>
          <a:xfrm>
            <a:off x="4629150" y="1260872"/>
            <a:ext cx="35988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3" name="Google Shape;53;p6"/>
          <p:cNvSpPr txBox="1"/>
          <p:nvPr>
            <p:ph idx="4" type="body"/>
          </p:nvPr>
        </p:nvSpPr>
        <p:spPr>
          <a:xfrm>
            <a:off x="4629150" y="1878806"/>
            <a:ext cx="3598800" cy="2763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 name="Google Shape;54;p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7"/>
          <p:cNvSpPr txBox="1"/>
          <p:nvPr>
            <p:ph type="title"/>
          </p:nvPr>
        </p:nvSpPr>
        <p:spPr>
          <a:xfrm>
            <a:off x="971600" y="273844"/>
            <a:ext cx="6984900" cy="857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7"/>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9"/>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9"/>
          <p:cNvSpPr txBox="1"/>
          <p:nvPr>
            <p:ph idx="1" type="body"/>
          </p:nvPr>
        </p:nvSpPr>
        <p:spPr>
          <a:xfrm>
            <a:off x="3887391" y="740569"/>
            <a:ext cx="4629300" cy="3655200"/>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750"/>
              </a:spcBef>
              <a:spcAft>
                <a:spcPts val="0"/>
              </a:spcAft>
              <a:buClr>
                <a:schemeClr val="dk1"/>
              </a:buClr>
              <a:buSzPts val="1600"/>
              <a:buChar char="•"/>
              <a:defRPr sz="1600"/>
            </a:lvl1pPr>
            <a:lvl2pPr indent="-330200" lvl="1" marL="914400" algn="l">
              <a:lnSpc>
                <a:spcPct val="90000"/>
              </a:lnSpc>
              <a:spcBef>
                <a:spcPts val="375"/>
              </a:spcBef>
              <a:spcAft>
                <a:spcPts val="0"/>
              </a:spcAft>
              <a:buClr>
                <a:schemeClr val="dk1"/>
              </a:buClr>
              <a:buSzPts val="1600"/>
              <a:buChar char="•"/>
              <a:defRPr sz="1600"/>
            </a:lvl2pPr>
            <a:lvl3pPr indent="-304800" lvl="2" marL="1371600" algn="l">
              <a:lnSpc>
                <a:spcPct val="90000"/>
              </a:lnSpc>
              <a:spcBef>
                <a:spcPts val="375"/>
              </a:spcBef>
              <a:spcAft>
                <a:spcPts val="0"/>
              </a:spcAft>
              <a:buClr>
                <a:schemeClr val="dk1"/>
              </a:buClr>
              <a:buSzPts val="1200"/>
              <a:buChar char="•"/>
              <a:defRPr sz="1200"/>
            </a:lvl3pPr>
            <a:lvl4pPr indent="-298450" lvl="3" marL="1828800" algn="l">
              <a:lnSpc>
                <a:spcPct val="90000"/>
              </a:lnSpc>
              <a:spcBef>
                <a:spcPts val="375"/>
              </a:spcBef>
              <a:spcAft>
                <a:spcPts val="0"/>
              </a:spcAft>
              <a:buClr>
                <a:schemeClr val="dk1"/>
              </a:buClr>
              <a:buSzPts val="1100"/>
              <a:buChar char="•"/>
              <a:defRPr sz="1100"/>
            </a:lvl4pPr>
            <a:lvl5pPr indent="-298450" lvl="4" marL="2286000" algn="l">
              <a:lnSpc>
                <a:spcPct val="90000"/>
              </a:lnSpc>
              <a:spcBef>
                <a:spcPts val="375"/>
              </a:spcBef>
              <a:spcAft>
                <a:spcPts val="0"/>
              </a:spcAft>
              <a:buClr>
                <a:schemeClr val="dk1"/>
              </a:buClr>
              <a:buSzPts val="1100"/>
              <a:buChar char="•"/>
              <a:defRPr sz="11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9" name="Google Shape;69;p9"/>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400"/>
              <a:buNone/>
              <a:defRPr sz="14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0" name="Google Shape;70;p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
          <p:cNvSpPr/>
          <p:nvPr>
            <p:ph idx="2" type="pic"/>
          </p:nvPr>
        </p:nvSpPr>
        <p:spPr>
          <a:xfrm>
            <a:off x="3887391" y="740569"/>
            <a:ext cx="4629300" cy="3655200"/>
          </a:xfrm>
          <a:prstGeom prst="rect">
            <a:avLst/>
          </a:prstGeom>
          <a:noFill/>
          <a:ln>
            <a:noFill/>
          </a:ln>
        </p:spPr>
      </p:sp>
      <p:sp>
        <p:nvSpPr>
          <p:cNvPr id="76" name="Google Shape;76;p10"/>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7" name="Google Shape;77;p1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11"/>
          <p:cNvSpPr txBox="1"/>
          <p:nvPr>
            <p:ph type="title"/>
          </p:nvPr>
        </p:nvSpPr>
        <p:spPr>
          <a:xfrm>
            <a:off x="971600" y="273844"/>
            <a:ext cx="6984900" cy="857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
          <p:cNvSpPr txBox="1"/>
          <p:nvPr>
            <p:ph idx="1" type="body"/>
          </p:nvPr>
        </p:nvSpPr>
        <p:spPr>
          <a:xfrm rot="5400000">
            <a:off x="2832226" y="-491531"/>
            <a:ext cx="3263400" cy="6984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3" name="Google Shape;83;p11"/>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12"/>
          <p:cNvSpPr txBox="1"/>
          <p:nvPr>
            <p:ph type="title"/>
          </p:nvPr>
        </p:nvSpPr>
        <p:spPr>
          <a:xfrm rot="5400000">
            <a:off x="5350050" y="1467544"/>
            <a:ext cx="4359000" cy="19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1349475" y="-447056"/>
            <a:ext cx="4359000" cy="5800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9" name="Google Shape;89;p1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2" name="Shape 92"/>
        <p:cNvGrpSpPr/>
        <p:nvPr/>
      </p:nvGrpSpPr>
      <p:grpSpPr>
        <a:xfrm>
          <a:off x="0" y="0"/>
          <a:ext cx="0" cy="0"/>
          <a:chOff x="0" y="0"/>
          <a:chExt cx="0" cy="0"/>
        </a:xfrm>
      </p:grpSpPr>
      <p:sp>
        <p:nvSpPr>
          <p:cNvPr id="93" name="Google Shape;93;p13"/>
          <p:cNvSpPr txBox="1"/>
          <p:nvPr>
            <p:ph type="title"/>
          </p:nvPr>
        </p:nvSpPr>
        <p:spPr>
          <a:xfrm>
            <a:off x="971600" y="273844"/>
            <a:ext cx="6984900" cy="857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3"/>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spTree>
      <p:nvGrpSpPr>
        <p:cNvPr id="97" name="Shape 97"/>
        <p:cNvGrpSpPr/>
        <p:nvPr/>
      </p:nvGrpSpPr>
      <p:grpSpPr>
        <a:xfrm>
          <a:off x="0" y="0"/>
          <a:ext cx="0" cy="0"/>
          <a:chOff x="0" y="0"/>
          <a:chExt cx="0" cy="0"/>
        </a:xfrm>
      </p:grpSpPr>
      <p:sp>
        <p:nvSpPr>
          <p:cNvPr id="98" name="Google Shape;98;p1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
  <p:cSld name="CUSTOM_1">
    <p:spTree>
      <p:nvGrpSpPr>
        <p:cNvPr id="101" name="Shape 101"/>
        <p:cNvGrpSpPr/>
        <p:nvPr/>
      </p:nvGrpSpPr>
      <p:grpSpPr>
        <a:xfrm>
          <a:off x="0" y="0"/>
          <a:ext cx="0" cy="0"/>
          <a:chOff x="0" y="0"/>
          <a:chExt cx="0" cy="0"/>
        </a:xfrm>
      </p:grpSpPr>
      <p:sp>
        <p:nvSpPr>
          <p:cNvPr id="102" name="Google Shape;102;p1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5"/>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_1_1_1_1_1">
  <p:cSld name="CUSTOM_1_1_1_1_1_1">
    <p:spTree>
      <p:nvGrpSpPr>
        <p:cNvPr id="105" name="Shape 105"/>
        <p:cNvGrpSpPr/>
        <p:nvPr/>
      </p:nvGrpSpPr>
      <p:grpSpPr>
        <a:xfrm>
          <a:off x="0" y="0"/>
          <a:ext cx="0" cy="0"/>
          <a:chOff x="0" y="0"/>
          <a:chExt cx="0" cy="0"/>
        </a:xfrm>
      </p:grpSpPr>
      <p:sp>
        <p:nvSpPr>
          <p:cNvPr id="106" name="Google Shape;106;p1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6"/>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_1_1">
  <p:cSld name="CUSTOM_1_1_1">
    <p:spTree>
      <p:nvGrpSpPr>
        <p:cNvPr id="109" name="Shape 109"/>
        <p:cNvGrpSpPr/>
        <p:nvPr/>
      </p:nvGrpSpPr>
      <p:grpSpPr>
        <a:xfrm>
          <a:off x="0" y="0"/>
          <a:ext cx="0" cy="0"/>
          <a:chOff x="0" y="0"/>
          <a:chExt cx="0" cy="0"/>
        </a:xfrm>
      </p:grpSpPr>
      <p:sp>
        <p:nvSpPr>
          <p:cNvPr id="110" name="Google Shape;110;p17"/>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7"/>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_1_1_1_1">
  <p:cSld name="CUSTOM_1_1_1_1_1">
    <p:spTree>
      <p:nvGrpSpPr>
        <p:cNvPr id="113" name="Shape 113"/>
        <p:cNvGrpSpPr/>
        <p:nvPr/>
      </p:nvGrpSpPr>
      <p:grpSpPr>
        <a:xfrm>
          <a:off x="0" y="0"/>
          <a:ext cx="0" cy="0"/>
          <a:chOff x="0" y="0"/>
          <a:chExt cx="0" cy="0"/>
        </a:xfrm>
      </p:grpSpPr>
      <p:sp>
        <p:nvSpPr>
          <p:cNvPr id="114" name="Google Shape;114;p1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8"/>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_1_1_1">
  <p:cSld name="CUSTOM_1_1_1_1">
    <p:spTree>
      <p:nvGrpSpPr>
        <p:cNvPr id="117" name="Shape 117"/>
        <p:cNvGrpSpPr/>
        <p:nvPr/>
      </p:nvGrpSpPr>
      <p:grpSpPr>
        <a:xfrm>
          <a:off x="0" y="0"/>
          <a:ext cx="0" cy="0"/>
          <a:chOff x="0" y="0"/>
          <a:chExt cx="0" cy="0"/>
        </a:xfrm>
      </p:grpSpPr>
      <p:sp>
        <p:nvSpPr>
          <p:cNvPr id="118" name="Google Shape;118;p1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9"/>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_1_1_1_1_1_1">
  <p:cSld name="CUSTOM_1_1_1_1_1_1_1">
    <p:spTree>
      <p:nvGrpSpPr>
        <p:cNvPr id="121" name="Shape 121"/>
        <p:cNvGrpSpPr/>
        <p:nvPr/>
      </p:nvGrpSpPr>
      <p:grpSpPr>
        <a:xfrm>
          <a:off x="0" y="0"/>
          <a:ext cx="0" cy="0"/>
          <a:chOff x="0" y="0"/>
          <a:chExt cx="0" cy="0"/>
        </a:xfrm>
      </p:grpSpPr>
      <p:sp>
        <p:nvSpPr>
          <p:cNvPr id="122" name="Google Shape;122;p2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0"/>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445025"/>
            <a:ext cx="8520600" cy="572700"/>
          </a:xfrm>
          <a:prstGeom prst="rect">
            <a:avLst/>
          </a:prstGeom>
        </p:spPr>
        <p:txBody>
          <a:bodyPr anchorCtr="0" anchor="ctr" bIns="45700" lIns="91425" spcFirstLastPara="1" rIns="91425" wrap="square" tIns="45700">
            <a:norm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21"/>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lvl1pPr indent="-330200" lvl="0" marL="457200">
              <a:spcBef>
                <a:spcPts val="750"/>
              </a:spcBef>
              <a:spcAft>
                <a:spcPts val="0"/>
              </a:spcAft>
              <a:buSzPts val="1600"/>
              <a:buChar char="•"/>
              <a:defRPr/>
            </a:lvl1pPr>
            <a:lvl2pPr indent="-304800" lvl="1" marL="914400">
              <a:spcBef>
                <a:spcPts val="375"/>
              </a:spcBef>
              <a:spcAft>
                <a:spcPts val="0"/>
              </a:spcAft>
              <a:buSzPts val="1200"/>
              <a:buChar char="•"/>
              <a:defRPr/>
            </a:lvl2pPr>
            <a:lvl3pPr indent="-298450" lvl="2" marL="1371600">
              <a:spcBef>
                <a:spcPts val="375"/>
              </a:spcBef>
              <a:spcAft>
                <a:spcPts val="0"/>
              </a:spcAft>
              <a:buSzPts val="1100"/>
              <a:buChar char="•"/>
              <a:defRPr/>
            </a:lvl3pPr>
            <a:lvl4pPr indent="-295275" lvl="3" marL="1828800">
              <a:spcBef>
                <a:spcPts val="375"/>
              </a:spcBef>
              <a:spcAft>
                <a:spcPts val="0"/>
              </a:spcAft>
              <a:buSzPts val="1050"/>
              <a:buChar char="•"/>
              <a:defRPr/>
            </a:lvl4pPr>
            <a:lvl5pPr indent="-295275" lvl="4" marL="2286000">
              <a:spcBef>
                <a:spcPts val="375"/>
              </a:spcBef>
              <a:spcAft>
                <a:spcPts val="0"/>
              </a:spcAft>
              <a:buSzPts val="1050"/>
              <a:buChar char="•"/>
              <a:defRPr/>
            </a:lvl5pPr>
            <a:lvl6pPr indent="-314325" lvl="5" marL="2743200">
              <a:spcBef>
                <a:spcPts val="375"/>
              </a:spcBef>
              <a:spcAft>
                <a:spcPts val="0"/>
              </a:spcAft>
              <a:buSzPts val="1350"/>
              <a:buChar char="•"/>
              <a:defRPr/>
            </a:lvl6pPr>
            <a:lvl7pPr indent="-314325" lvl="6" marL="3200400">
              <a:spcBef>
                <a:spcPts val="375"/>
              </a:spcBef>
              <a:spcAft>
                <a:spcPts val="0"/>
              </a:spcAft>
              <a:buSzPts val="1350"/>
              <a:buChar char="•"/>
              <a:defRPr/>
            </a:lvl7pPr>
            <a:lvl8pPr indent="-314325" lvl="7" marL="3657600">
              <a:spcBef>
                <a:spcPts val="375"/>
              </a:spcBef>
              <a:spcAft>
                <a:spcPts val="0"/>
              </a:spcAft>
              <a:buSzPts val="1350"/>
              <a:buChar char="•"/>
              <a:defRPr/>
            </a:lvl8pPr>
            <a:lvl9pPr indent="-314325" lvl="8" marL="4114800">
              <a:spcBef>
                <a:spcPts val="375"/>
              </a:spcBef>
              <a:spcAft>
                <a:spcPts val="0"/>
              </a:spcAft>
              <a:buSzPts val="1350"/>
              <a:buChar char="•"/>
              <a:defRPr/>
            </a:lvl9pPr>
          </a:lstStyle>
          <a:p/>
        </p:txBody>
      </p:sp>
      <p:sp>
        <p:nvSpPr>
          <p:cNvPr id="128" name="Google Shape;128;p21"/>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7.xml"/><Relationship Id="rId11" Type="http://schemas.openxmlformats.org/officeDocument/2006/relationships/slideLayout" Target="../slideLayouts/slideLayout8.xml"/><Relationship Id="rId22" Type="http://schemas.openxmlformats.org/officeDocument/2006/relationships/slideLayout" Target="../slideLayouts/slideLayout19.xml"/><Relationship Id="rId10" Type="http://schemas.openxmlformats.org/officeDocument/2006/relationships/slideLayout" Target="../slideLayouts/slideLayout7.xml"/><Relationship Id="rId21" Type="http://schemas.openxmlformats.org/officeDocument/2006/relationships/slideLayout" Target="../slideLayouts/slideLayout18.xml"/><Relationship Id="rId13" Type="http://schemas.openxmlformats.org/officeDocument/2006/relationships/slideLayout" Target="../slideLayouts/slideLayout10.xml"/><Relationship Id="rId24" Type="http://schemas.openxmlformats.org/officeDocument/2006/relationships/theme" Target="../theme/theme2.xml"/><Relationship Id="rId12" Type="http://schemas.openxmlformats.org/officeDocument/2006/relationships/slideLayout" Target="../slideLayouts/slideLayout9.xml"/><Relationship Id="rId23" Type="http://schemas.openxmlformats.org/officeDocument/2006/relationships/slideLayout" Target="../slideLayouts/slideLayout20.xml"/><Relationship Id="rId1" Type="http://schemas.openxmlformats.org/officeDocument/2006/relationships/image" Target="../media/image5.jp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19" Type="http://schemas.openxmlformats.org/officeDocument/2006/relationships/slideLayout" Target="../slideLayouts/slideLayout16.xml"/><Relationship Id="rId6" Type="http://schemas.openxmlformats.org/officeDocument/2006/relationships/slideLayout" Target="../slideLayouts/slideLayout3.xml"/><Relationship Id="rId18" Type="http://schemas.openxmlformats.org/officeDocument/2006/relationships/slideLayout" Target="../slideLayouts/slideLayout15.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9143998" cy="5143500"/>
          </a:xfrm>
          <a:prstGeom prst="rect">
            <a:avLst/>
          </a:prstGeom>
          <a:noFill/>
          <a:ln>
            <a:noFill/>
          </a:ln>
        </p:spPr>
      </p:pic>
      <p:pic>
        <p:nvPicPr>
          <p:cNvPr id="7" name="Google Shape;7;p1"/>
          <p:cNvPicPr preferRelativeResize="0"/>
          <p:nvPr/>
        </p:nvPicPr>
        <p:blipFill rotWithShape="1">
          <a:blip r:embed="rId2">
            <a:alphaModFix/>
          </a:blip>
          <a:srcRect b="0" l="0" r="0" t="0"/>
          <a:stretch/>
        </p:blipFill>
        <p:spPr>
          <a:xfrm>
            <a:off x="8033634" y="247660"/>
            <a:ext cx="963432" cy="478319"/>
          </a:xfrm>
          <a:prstGeom prst="rect">
            <a:avLst/>
          </a:prstGeom>
          <a:noFill/>
          <a:ln>
            <a:noFill/>
          </a:ln>
        </p:spPr>
      </p:pic>
      <p:sp>
        <p:nvSpPr>
          <p:cNvPr id="8" name="Google Shape;8;p1"/>
          <p:cNvSpPr/>
          <p:nvPr/>
        </p:nvSpPr>
        <p:spPr>
          <a:xfrm>
            <a:off x="628650" y="4754189"/>
            <a:ext cx="2057182" cy="287070"/>
          </a:xfrm>
          <a:custGeom>
            <a:rect b="b" l="l" r="r" t="t"/>
            <a:pathLst>
              <a:path extrusionOk="0" h="189485" w="1026026">
                <a:moveTo>
                  <a:pt x="0" y="0"/>
                </a:moveTo>
                <a:lnTo>
                  <a:pt x="1026026" y="0"/>
                </a:lnTo>
                <a:lnTo>
                  <a:pt x="1026026" y="189485"/>
                </a:lnTo>
                <a:lnTo>
                  <a:pt x="0" y="189485"/>
                </a:lnTo>
                <a:close/>
              </a:path>
            </a:pathLst>
          </a:custGeom>
          <a:solidFill>
            <a:srgbClr val="1869A6"/>
          </a:solidFill>
          <a:ln>
            <a:noFill/>
          </a:ln>
        </p:spPr>
      </p:sp>
      <p:pic>
        <p:nvPicPr>
          <p:cNvPr id="9" name="Google Shape;9;p1"/>
          <p:cNvPicPr preferRelativeResize="0"/>
          <p:nvPr/>
        </p:nvPicPr>
        <p:blipFill rotWithShape="1">
          <a:blip r:embed="rId3">
            <a:alphaModFix/>
          </a:blip>
          <a:srcRect b="0" l="0" r="0" t="0"/>
          <a:stretch/>
        </p:blipFill>
        <p:spPr>
          <a:xfrm>
            <a:off x="69988" y="0"/>
            <a:ext cx="1117324" cy="1039978"/>
          </a:xfrm>
          <a:prstGeom prst="rect">
            <a:avLst/>
          </a:prstGeom>
          <a:noFill/>
          <a:ln>
            <a:noFill/>
          </a:ln>
        </p:spPr>
      </p:pic>
      <p:sp>
        <p:nvSpPr>
          <p:cNvPr id="10" name="Google Shape;10;p1"/>
          <p:cNvSpPr/>
          <p:nvPr/>
        </p:nvSpPr>
        <p:spPr>
          <a:xfrm>
            <a:off x="8230642" y="4758012"/>
            <a:ext cx="348849" cy="324019"/>
          </a:xfrm>
          <a:custGeom>
            <a:rect b="b" l="l" r="r" t="t"/>
            <a:pathLst>
              <a:path extrusionOk="0" h="189485" w="1026026">
                <a:moveTo>
                  <a:pt x="0" y="0"/>
                </a:moveTo>
                <a:lnTo>
                  <a:pt x="1026026" y="0"/>
                </a:lnTo>
                <a:lnTo>
                  <a:pt x="1026026" y="189485"/>
                </a:lnTo>
                <a:lnTo>
                  <a:pt x="0" y="189485"/>
                </a:lnTo>
                <a:close/>
              </a:path>
            </a:pathLst>
          </a:custGeom>
          <a:solidFill>
            <a:srgbClr val="1869A6"/>
          </a:solidFill>
          <a:ln>
            <a:noFill/>
          </a:ln>
        </p:spPr>
      </p:sp>
      <p:sp>
        <p:nvSpPr>
          <p:cNvPr id="11" name="Google Shape;11;p1"/>
          <p:cNvSpPr txBox="1"/>
          <p:nvPr>
            <p:ph type="title"/>
          </p:nvPr>
        </p:nvSpPr>
        <p:spPr>
          <a:xfrm>
            <a:off x="971600" y="273844"/>
            <a:ext cx="6984900" cy="857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2400"/>
              <a:buFont typeface="Calibri"/>
              <a:buNone/>
              <a:defRPr b="1" i="0" sz="2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971600" y="1369219"/>
            <a:ext cx="6984900" cy="3263400"/>
          </a:xfrm>
          <a:prstGeom prst="rect">
            <a:avLst/>
          </a:prstGeom>
          <a:noFill/>
          <a:ln>
            <a:noFill/>
          </a:ln>
        </p:spPr>
        <p:txBody>
          <a:bodyPr anchorCtr="0" anchor="t" bIns="45700" lIns="91425" spcFirstLastPara="1" rIns="91425" wrap="square" tIns="45700">
            <a:normAutofit/>
          </a:bodyPr>
          <a:lstStyle>
            <a:lvl1pPr indent="-330200" lvl="0" marL="457200" marR="0" algn="l">
              <a:lnSpc>
                <a:spcPct val="90000"/>
              </a:lnSpc>
              <a:spcBef>
                <a:spcPts val="75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04800" lvl="1" marL="914400" marR="0" algn="l">
              <a:lnSpc>
                <a:spcPct val="90000"/>
              </a:lnSpc>
              <a:spcBef>
                <a:spcPts val="375"/>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8450" lvl="2" marL="1371600" marR="0" algn="l">
              <a:lnSpc>
                <a:spcPct val="90000"/>
              </a:lnSpc>
              <a:spcBef>
                <a:spcPts val="375"/>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3pPr>
            <a:lvl4pPr indent="-295275" lvl="3" marL="1828800" marR="0" algn="l">
              <a:lnSpc>
                <a:spcPct val="90000"/>
              </a:lnSpc>
              <a:spcBef>
                <a:spcPts val="375"/>
              </a:spcBef>
              <a:spcAft>
                <a:spcPts val="0"/>
              </a:spcAft>
              <a:buClr>
                <a:schemeClr val="dk1"/>
              </a:buClr>
              <a:buSzPts val="1050"/>
              <a:buFont typeface="Arial"/>
              <a:buChar char="•"/>
              <a:defRPr b="0" i="0" sz="1050" u="none" cap="none" strike="noStrike">
                <a:solidFill>
                  <a:schemeClr val="dk1"/>
                </a:solidFill>
                <a:latin typeface="Calibri"/>
                <a:ea typeface="Calibri"/>
                <a:cs typeface="Calibri"/>
                <a:sym typeface="Calibri"/>
              </a:defRPr>
            </a:lvl4pPr>
            <a:lvl5pPr indent="-295275" lvl="4" marL="2286000" marR="0" algn="l">
              <a:lnSpc>
                <a:spcPct val="90000"/>
              </a:lnSpc>
              <a:spcBef>
                <a:spcPts val="375"/>
              </a:spcBef>
              <a:spcAft>
                <a:spcPts val="0"/>
              </a:spcAft>
              <a:buClr>
                <a:schemeClr val="dk1"/>
              </a:buClr>
              <a:buSzPts val="1050"/>
              <a:buFont typeface="Arial"/>
              <a:buChar char="•"/>
              <a:defRPr b="0" i="0" sz="1050" u="none" cap="none" strike="noStrike">
                <a:solidFill>
                  <a:schemeClr val="dk1"/>
                </a:solidFill>
                <a:latin typeface="Calibri"/>
                <a:ea typeface="Calibri"/>
                <a:cs typeface="Calibri"/>
                <a:sym typeface="Calibri"/>
              </a:defRPr>
            </a:lvl5pPr>
            <a:lvl6pPr indent="-314325" lvl="5" marL="27432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3" name="Google Shape;13;p1"/>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1" type="ftr"/>
          </p:nvPr>
        </p:nvSpPr>
        <p:spPr>
          <a:xfrm>
            <a:off x="2910253" y="4767263"/>
            <a:ext cx="32049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chemeClr val="lt1"/>
                </a:solidFill>
                <a:latin typeface="Calibri"/>
                <a:ea typeface="Calibri"/>
                <a:cs typeface="Calibri"/>
                <a:sym typeface="Calibri"/>
              </a:defRPr>
            </a:lvl1pPr>
            <a:lvl2pPr indent="0" lvl="1" marL="0" marR="0" algn="r">
              <a:spcBef>
                <a:spcPts val="0"/>
              </a:spcBef>
              <a:buNone/>
              <a:defRPr b="0" i="0" sz="900" u="none" cap="none" strike="noStrike">
                <a:solidFill>
                  <a:schemeClr val="lt1"/>
                </a:solidFill>
                <a:latin typeface="Calibri"/>
                <a:ea typeface="Calibri"/>
                <a:cs typeface="Calibri"/>
                <a:sym typeface="Calibri"/>
              </a:defRPr>
            </a:lvl2pPr>
            <a:lvl3pPr indent="0" lvl="2" marL="0" marR="0" algn="r">
              <a:spcBef>
                <a:spcPts val="0"/>
              </a:spcBef>
              <a:buNone/>
              <a:defRPr b="0" i="0" sz="900" u="none" cap="none" strike="noStrike">
                <a:solidFill>
                  <a:schemeClr val="lt1"/>
                </a:solidFill>
                <a:latin typeface="Calibri"/>
                <a:ea typeface="Calibri"/>
                <a:cs typeface="Calibri"/>
                <a:sym typeface="Calibri"/>
              </a:defRPr>
            </a:lvl3pPr>
            <a:lvl4pPr indent="0" lvl="3" marL="0" marR="0" algn="r">
              <a:spcBef>
                <a:spcPts val="0"/>
              </a:spcBef>
              <a:buNone/>
              <a:defRPr b="0" i="0" sz="900" u="none" cap="none" strike="noStrike">
                <a:solidFill>
                  <a:schemeClr val="lt1"/>
                </a:solidFill>
                <a:latin typeface="Calibri"/>
                <a:ea typeface="Calibri"/>
                <a:cs typeface="Calibri"/>
                <a:sym typeface="Calibri"/>
              </a:defRPr>
            </a:lvl4pPr>
            <a:lvl5pPr indent="0" lvl="4" marL="0" marR="0" algn="r">
              <a:spcBef>
                <a:spcPts val="0"/>
              </a:spcBef>
              <a:buNone/>
              <a:defRPr b="0" i="0" sz="900" u="none" cap="none" strike="noStrike">
                <a:solidFill>
                  <a:schemeClr val="lt1"/>
                </a:solidFill>
                <a:latin typeface="Calibri"/>
                <a:ea typeface="Calibri"/>
                <a:cs typeface="Calibri"/>
                <a:sym typeface="Calibri"/>
              </a:defRPr>
            </a:lvl5pPr>
            <a:lvl6pPr indent="0" lvl="5" marL="0" marR="0" algn="r">
              <a:spcBef>
                <a:spcPts val="0"/>
              </a:spcBef>
              <a:buNone/>
              <a:defRPr b="0" i="0" sz="900" u="none" cap="none" strike="noStrike">
                <a:solidFill>
                  <a:schemeClr val="lt1"/>
                </a:solidFill>
                <a:latin typeface="Calibri"/>
                <a:ea typeface="Calibri"/>
                <a:cs typeface="Calibri"/>
                <a:sym typeface="Calibri"/>
              </a:defRPr>
            </a:lvl6pPr>
            <a:lvl7pPr indent="0" lvl="6" marL="0" marR="0" algn="r">
              <a:spcBef>
                <a:spcPts val="0"/>
              </a:spcBef>
              <a:buNone/>
              <a:defRPr b="0" i="0" sz="900" u="none" cap="none" strike="noStrike">
                <a:solidFill>
                  <a:schemeClr val="lt1"/>
                </a:solidFill>
                <a:latin typeface="Calibri"/>
                <a:ea typeface="Calibri"/>
                <a:cs typeface="Calibri"/>
                <a:sym typeface="Calibri"/>
              </a:defRPr>
            </a:lvl7pPr>
            <a:lvl8pPr indent="0" lvl="7" marL="0" marR="0" algn="r">
              <a:spcBef>
                <a:spcPts val="0"/>
              </a:spcBef>
              <a:buNone/>
              <a:defRPr b="0" i="0" sz="900" u="none" cap="none" strike="noStrike">
                <a:solidFill>
                  <a:schemeClr val="lt1"/>
                </a:solidFill>
                <a:latin typeface="Calibri"/>
                <a:ea typeface="Calibri"/>
                <a:cs typeface="Calibri"/>
                <a:sym typeface="Calibri"/>
              </a:defRPr>
            </a:lvl8pPr>
            <a:lvl9pPr indent="0" lvl="8" marL="0" marR="0" algn="r">
              <a:spcBef>
                <a:spcPts val="0"/>
              </a:spcBef>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 id="2147483665" r:id="rId21"/>
    <p:sldLayoutId id="2147483666" r:id="rId22"/>
    <p:sldLayoutId id="2147483667"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ctrTitle"/>
          </p:nvPr>
        </p:nvSpPr>
        <p:spPr>
          <a:xfrm>
            <a:off x="1143000" y="841772"/>
            <a:ext cx="6858000" cy="1790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GB"/>
              <a:t>Continuous Integration and Deployment in Data Engineering</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697550"/>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CI/CD</a:t>
            </a:r>
            <a:endParaRPr/>
          </a:p>
        </p:txBody>
      </p:sp>
      <p:sp>
        <p:nvSpPr>
          <p:cNvPr id="139" name="Google Shape;139;p23"/>
          <p:cNvSpPr txBox="1"/>
          <p:nvPr>
            <p:ph idx="1" type="body"/>
          </p:nvPr>
        </p:nvSpPr>
        <p:spPr>
          <a:xfrm>
            <a:off x="248875" y="1458725"/>
            <a:ext cx="2720100" cy="31368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rPr lang="en-GB"/>
              <a:t>S</a:t>
            </a:r>
            <a:r>
              <a:rPr lang="en-GB"/>
              <a:t>tands for continuous integration and continuous delivery/deployment, aims to streamline and accelerate the software development lifecycle.</a:t>
            </a:r>
            <a:endParaRPr/>
          </a:p>
        </p:txBody>
      </p:sp>
      <p:pic>
        <p:nvPicPr>
          <p:cNvPr id="140" name="Google Shape;140;p23"/>
          <p:cNvPicPr preferRelativeResize="0"/>
          <p:nvPr/>
        </p:nvPicPr>
        <p:blipFill>
          <a:blip r:embed="rId3">
            <a:alphaModFix/>
          </a:blip>
          <a:stretch>
            <a:fillRect/>
          </a:stretch>
        </p:blipFill>
        <p:spPr>
          <a:xfrm>
            <a:off x="3185037" y="1540750"/>
            <a:ext cx="5711975" cy="2426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697550"/>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Continuous integration (CI)</a:t>
            </a:r>
            <a:endParaRPr/>
          </a:p>
        </p:txBody>
      </p:sp>
      <p:sp>
        <p:nvSpPr>
          <p:cNvPr id="146" name="Google Shape;146;p24"/>
          <p:cNvSpPr txBox="1"/>
          <p:nvPr>
            <p:ph idx="1" type="body"/>
          </p:nvPr>
        </p:nvSpPr>
        <p:spPr>
          <a:xfrm>
            <a:off x="248875" y="1270250"/>
            <a:ext cx="3167700" cy="32859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rPr lang="en-GB"/>
              <a:t>Continuous integration (CI) refers to the practice of automatically and frequently integrating code changes into a shared source code repository. </a:t>
            </a:r>
            <a:endParaRPr/>
          </a:p>
        </p:txBody>
      </p:sp>
      <p:pic>
        <p:nvPicPr>
          <p:cNvPr id="147" name="Google Shape;147;p24"/>
          <p:cNvPicPr preferRelativeResize="0"/>
          <p:nvPr/>
        </p:nvPicPr>
        <p:blipFill>
          <a:blip r:embed="rId3">
            <a:alphaModFix/>
          </a:blip>
          <a:stretch>
            <a:fillRect/>
          </a:stretch>
        </p:blipFill>
        <p:spPr>
          <a:xfrm>
            <a:off x="3496550" y="2252875"/>
            <a:ext cx="4919850" cy="9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11700" y="697550"/>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Continuous delivery and/or deployment (CD)</a:t>
            </a:r>
            <a:endParaRPr/>
          </a:p>
        </p:txBody>
      </p:sp>
      <p:sp>
        <p:nvSpPr>
          <p:cNvPr id="153" name="Google Shape;153;p25"/>
          <p:cNvSpPr txBox="1"/>
          <p:nvPr>
            <p:ph idx="1" type="body"/>
          </p:nvPr>
        </p:nvSpPr>
        <p:spPr>
          <a:xfrm>
            <a:off x="248875" y="1270250"/>
            <a:ext cx="3167700" cy="32859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Clr>
                <a:schemeClr val="dk1"/>
              </a:buClr>
              <a:buSzPts val="1100"/>
              <a:buFont typeface="Arial"/>
              <a:buNone/>
            </a:pPr>
            <a:r>
              <a:rPr lang="en-GB"/>
              <a:t>Continuous delivery and/or deployment (CD) is a 2 part process that refers to the integration, testing, and delivery of code changes. Continuous delivery stops short of automatic production deployment, while continuous deployment automatically releases the updates into the production environment.</a:t>
            </a:r>
            <a:endParaRPr/>
          </a:p>
        </p:txBody>
      </p:sp>
      <p:pic>
        <p:nvPicPr>
          <p:cNvPr id="154" name="Google Shape;154;p25"/>
          <p:cNvPicPr preferRelativeResize="0"/>
          <p:nvPr/>
        </p:nvPicPr>
        <p:blipFill>
          <a:blip r:embed="rId3">
            <a:alphaModFix/>
          </a:blip>
          <a:stretch>
            <a:fillRect/>
          </a:stretch>
        </p:blipFill>
        <p:spPr>
          <a:xfrm>
            <a:off x="3512250" y="2464875"/>
            <a:ext cx="4919850" cy="9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225300" y="886025"/>
            <a:ext cx="8520600" cy="5727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GB"/>
              <a:t>Why is CI/CD important?</a:t>
            </a:r>
            <a:endParaRPr/>
          </a:p>
          <a:p>
            <a:pPr indent="0" lvl="0" marL="0" rtl="0" algn="l">
              <a:spcBef>
                <a:spcPts val="0"/>
              </a:spcBef>
              <a:spcAft>
                <a:spcPts val="0"/>
              </a:spcAft>
              <a:buNone/>
            </a:pPr>
            <a:r>
              <a:t/>
            </a:r>
            <a:endParaRPr/>
          </a:p>
        </p:txBody>
      </p:sp>
      <p:sp>
        <p:nvSpPr>
          <p:cNvPr id="160" name="Google Shape;160;p26"/>
          <p:cNvSpPr txBox="1"/>
          <p:nvPr>
            <p:ph idx="1" type="body"/>
          </p:nvPr>
        </p:nvSpPr>
        <p:spPr>
          <a:xfrm>
            <a:off x="256725" y="1458725"/>
            <a:ext cx="8520600" cy="3416400"/>
          </a:xfrm>
          <a:prstGeom prst="rect">
            <a:avLst/>
          </a:prstGeom>
        </p:spPr>
        <p:txBody>
          <a:bodyPr anchorCtr="0" anchor="t" bIns="45700" lIns="91425" spcFirstLastPara="1" rIns="91425" wrap="square" tIns="45700">
            <a:normAutofit/>
          </a:bodyPr>
          <a:lstStyle/>
          <a:p>
            <a:pPr indent="-330200" lvl="0" marL="457200" rtl="0" algn="l">
              <a:spcBef>
                <a:spcPts val="750"/>
              </a:spcBef>
              <a:spcAft>
                <a:spcPts val="0"/>
              </a:spcAft>
              <a:buSzPts val="1600"/>
              <a:buChar char="•"/>
            </a:pPr>
            <a:r>
              <a:rPr lang="en-GB"/>
              <a:t>Reduces bugs and code failures</a:t>
            </a:r>
            <a:endParaRPr/>
          </a:p>
          <a:p>
            <a:pPr indent="-330200" lvl="0" marL="457200" rtl="0" algn="l">
              <a:spcBef>
                <a:spcPts val="0"/>
              </a:spcBef>
              <a:spcAft>
                <a:spcPts val="0"/>
              </a:spcAft>
              <a:buSzPts val="1600"/>
              <a:buChar char="•"/>
            </a:pPr>
            <a:r>
              <a:rPr lang="en-GB"/>
              <a:t>Supports continuous development and updates</a:t>
            </a:r>
            <a:endParaRPr/>
          </a:p>
          <a:p>
            <a:pPr indent="-330200" lvl="0" marL="457200" rtl="0" algn="l">
              <a:spcBef>
                <a:spcPts val="0"/>
              </a:spcBef>
              <a:spcAft>
                <a:spcPts val="0"/>
              </a:spcAft>
              <a:buSzPts val="1600"/>
              <a:buChar char="•"/>
            </a:pPr>
            <a:r>
              <a:rPr lang="en-GB"/>
              <a:t>Simplifies complex applications</a:t>
            </a:r>
            <a:endParaRPr/>
          </a:p>
          <a:p>
            <a:pPr indent="-330200" lvl="0" marL="457200" rtl="0" algn="l">
              <a:spcBef>
                <a:spcPts val="0"/>
              </a:spcBef>
              <a:spcAft>
                <a:spcPts val="0"/>
              </a:spcAft>
              <a:buSzPts val="1600"/>
              <a:buChar char="•"/>
            </a:pPr>
            <a:r>
              <a:rPr lang="en-GB"/>
              <a:t>Improves efficiency and consistency</a:t>
            </a:r>
            <a:endParaRPr/>
          </a:p>
          <a:p>
            <a:pPr indent="-330200" lvl="0" marL="457200" rtl="0" algn="l">
              <a:spcBef>
                <a:spcPts val="0"/>
              </a:spcBef>
              <a:spcAft>
                <a:spcPts val="0"/>
              </a:spcAft>
              <a:buSzPts val="1600"/>
              <a:buChar char="•"/>
            </a:pPr>
            <a:r>
              <a:rPr lang="en-GB"/>
              <a:t>Minimizes downtime</a:t>
            </a:r>
            <a:endParaRPr/>
          </a:p>
          <a:p>
            <a:pPr indent="-330200" lvl="0" marL="457200" rtl="0" algn="l">
              <a:spcBef>
                <a:spcPts val="0"/>
              </a:spcBef>
              <a:spcAft>
                <a:spcPts val="0"/>
              </a:spcAft>
              <a:buSzPts val="1600"/>
              <a:buChar char="•"/>
            </a:pPr>
            <a:r>
              <a:rPr lang="en-GB"/>
              <a:t>Speeds up delivery</a:t>
            </a:r>
            <a:endParaRPr/>
          </a:p>
          <a:p>
            <a:pPr indent="-330200" lvl="0" marL="457200" rtl="0" algn="l">
              <a:spcBef>
                <a:spcPts val="0"/>
              </a:spcBef>
              <a:spcAft>
                <a:spcPts val="0"/>
              </a:spcAft>
              <a:buSzPts val="1600"/>
              <a:buChar char="•"/>
            </a:pPr>
            <a:r>
              <a:rPr lang="en-GB"/>
              <a:t>Enhances user feedback integration</a:t>
            </a:r>
            <a:endParaRPr/>
          </a:p>
          <a:p>
            <a:pPr indent="-330200" lvl="0" marL="457200" rtl="0" algn="l">
              <a:spcBef>
                <a:spcPts val="0"/>
              </a:spcBef>
              <a:spcAft>
                <a:spcPts val="0"/>
              </a:spcAft>
              <a:buSzPts val="1600"/>
              <a:buChar char="•"/>
            </a:pPr>
            <a:r>
              <a:rPr lang="en-GB"/>
              <a:t>Drives better customer outcomes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311700" y="697550"/>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Why are CI/CD crucial for Data Engineering?</a:t>
            </a:r>
            <a:endParaRPr/>
          </a:p>
        </p:txBody>
      </p:sp>
      <p:sp>
        <p:nvSpPr>
          <p:cNvPr id="166" name="Google Shape;166;p27"/>
          <p:cNvSpPr txBox="1"/>
          <p:nvPr>
            <p:ph idx="1" type="body"/>
          </p:nvPr>
        </p:nvSpPr>
        <p:spPr>
          <a:xfrm>
            <a:off x="248875" y="1458725"/>
            <a:ext cx="8520600" cy="3416400"/>
          </a:xfrm>
          <a:prstGeom prst="rect">
            <a:avLst/>
          </a:prstGeom>
        </p:spPr>
        <p:txBody>
          <a:bodyPr anchorCtr="0" anchor="t" bIns="45700" lIns="91425" spcFirstLastPara="1" rIns="91425" wrap="square" tIns="45700">
            <a:normAutofit/>
          </a:bodyPr>
          <a:lstStyle/>
          <a:p>
            <a:pPr indent="-330200" lvl="0" marL="457200" rtl="0" algn="l">
              <a:spcBef>
                <a:spcPts val="750"/>
              </a:spcBef>
              <a:spcAft>
                <a:spcPts val="0"/>
              </a:spcAft>
              <a:buSzPts val="1600"/>
              <a:buChar char="•"/>
            </a:pPr>
            <a:r>
              <a:rPr lang="en-GB"/>
              <a:t>Enhanced Team Collaboration</a:t>
            </a:r>
            <a:endParaRPr/>
          </a:p>
          <a:p>
            <a:pPr indent="-330200" lvl="0" marL="457200" rtl="0" algn="l">
              <a:spcBef>
                <a:spcPts val="0"/>
              </a:spcBef>
              <a:spcAft>
                <a:spcPts val="0"/>
              </a:spcAft>
              <a:buSzPts val="1600"/>
              <a:buChar char="•"/>
            </a:pPr>
            <a:r>
              <a:rPr lang="en-GB"/>
              <a:t>Streamlined Code Integration</a:t>
            </a:r>
            <a:endParaRPr/>
          </a:p>
          <a:p>
            <a:pPr indent="-330200" lvl="0" marL="457200" rtl="0" algn="l">
              <a:spcBef>
                <a:spcPts val="0"/>
              </a:spcBef>
              <a:spcAft>
                <a:spcPts val="0"/>
              </a:spcAft>
              <a:buSzPts val="1600"/>
              <a:buChar char="•"/>
            </a:pPr>
            <a:r>
              <a:rPr lang="en-GB"/>
              <a:t>Consistent Deployments</a:t>
            </a:r>
            <a:endParaRPr/>
          </a:p>
          <a:p>
            <a:pPr indent="-330200" lvl="0" marL="457200" rtl="0" algn="l">
              <a:spcBef>
                <a:spcPts val="0"/>
              </a:spcBef>
              <a:spcAft>
                <a:spcPts val="0"/>
              </a:spcAft>
              <a:buSzPts val="1600"/>
              <a:buChar char="•"/>
            </a:pPr>
            <a:r>
              <a:rPr lang="en-GB"/>
              <a:t>Quicker Iterations &amp; Improvements</a:t>
            </a:r>
            <a:endParaRPr/>
          </a:p>
          <a:p>
            <a:pPr indent="-330200" lvl="0" marL="457200" rtl="0" algn="l">
              <a:spcBef>
                <a:spcPts val="0"/>
              </a:spcBef>
              <a:spcAft>
                <a:spcPts val="0"/>
              </a:spcAft>
              <a:buSzPts val="1600"/>
              <a:buChar char="•"/>
            </a:pPr>
            <a:r>
              <a:rPr lang="en-GB"/>
              <a:t>Reduced Risk of Errors and Downtime</a:t>
            </a:r>
            <a:endParaRPr/>
          </a:p>
          <a:p>
            <a:pPr indent="-330200" lvl="0" marL="457200" rtl="0" algn="l">
              <a:spcBef>
                <a:spcPts val="0"/>
              </a:spcBef>
              <a:spcAft>
                <a:spcPts val="0"/>
              </a:spcAft>
              <a:buSzPts val="1600"/>
              <a:buChar char="•"/>
            </a:pPr>
            <a:r>
              <a:rPr lang="en-GB"/>
              <a:t>Supports building robust, reliable, and scalable data pipelines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209625" y="689725"/>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What is DevOps?</a:t>
            </a:r>
            <a:endParaRPr/>
          </a:p>
        </p:txBody>
      </p:sp>
      <p:sp>
        <p:nvSpPr>
          <p:cNvPr id="172" name="Google Shape;172;p28"/>
          <p:cNvSpPr txBox="1"/>
          <p:nvPr>
            <p:ph idx="1" type="body"/>
          </p:nvPr>
        </p:nvSpPr>
        <p:spPr>
          <a:xfrm>
            <a:off x="248875" y="1262425"/>
            <a:ext cx="3623100" cy="34116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rPr lang="en-GB"/>
              <a:t>DevOps, short for Development and Operations, is the combination of cultural philosophies, practices, and tools that increases an organization’s ability to deliver applications and services at high velocity: evolving and improving products at a faster pace than organizations using traditional software development and infrastructure management processes. This speed enables organizations to better serve their customers and compete more effectively in the market.</a:t>
            </a:r>
            <a:endParaRPr/>
          </a:p>
        </p:txBody>
      </p:sp>
      <p:pic>
        <p:nvPicPr>
          <p:cNvPr id="173" name="Google Shape;173;p28"/>
          <p:cNvPicPr preferRelativeResize="0"/>
          <p:nvPr/>
        </p:nvPicPr>
        <p:blipFill>
          <a:blip r:embed="rId3">
            <a:alphaModFix/>
          </a:blip>
          <a:stretch>
            <a:fillRect/>
          </a:stretch>
        </p:blipFill>
        <p:spPr>
          <a:xfrm>
            <a:off x="4509625" y="1719425"/>
            <a:ext cx="3879749" cy="1996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280275" y="704150"/>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CI/CD Vs. DevOps</a:t>
            </a:r>
            <a:endParaRPr/>
          </a:p>
        </p:txBody>
      </p:sp>
      <p:sp>
        <p:nvSpPr>
          <p:cNvPr id="179" name="Google Shape;179;p29"/>
          <p:cNvSpPr txBox="1"/>
          <p:nvPr>
            <p:ph idx="1" type="body"/>
          </p:nvPr>
        </p:nvSpPr>
        <p:spPr>
          <a:xfrm>
            <a:off x="280275" y="1450875"/>
            <a:ext cx="8520600" cy="34164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rPr lang="en-GB"/>
              <a:t>CI/CD is an essential part of DevOps methodology, which aims to foster collaboration between development and operations teams. Both CI/CD and DevOps focus on automating processes of code integration, thereby speeding up the processes by which an idea (like a new feature, a request for enhancement, or a bug fix) goes from development to deployment in a production environment where it can provide value to the user.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311700" y="798450"/>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What is DataOps?</a:t>
            </a:r>
            <a:endParaRPr/>
          </a:p>
        </p:txBody>
      </p:sp>
      <p:sp>
        <p:nvSpPr>
          <p:cNvPr id="185" name="Google Shape;185;p30"/>
          <p:cNvSpPr txBox="1"/>
          <p:nvPr>
            <p:ph idx="1" type="body"/>
          </p:nvPr>
        </p:nvSpPr>
        <p:spPr>
          <a:xfrm>
            <a:off x="311700" y="1427275"/>
            <a:ext cx="3348300" cy="3074100"/>
          </a:xfrm>
          <a:prstGeom prst="rect">
            <a:avLst/>
          </a:prstGeom>
        </p:spPr>
        <p:txBody>
          <a:bodyPr anchorCtr="0" anchor="t" bIns="45700" lIns="91425" spcFirstLastPara="1" rIns="91425" wrap="square" tIns="45700">
            <a:normAutofit fontScale="92500" lnSpcReduction="20000"/>
          </a:bodyPr>
          <a:lstStyle/>
          <a:p>
            <a:pPr indent="0" lvl="0" marL="0" rtl="0" algn="l">
              <a:spcBef>
                <a:spcPts val="750"/>
              </a:spcBef>
              <a:spcAft>
                <a:spcPts val="0"/>
              </a:spcAft>
              <a:buNone/>
            </a:pPr>
            <a:r>
              <a:rPr lang="en-GB"/>
              <a:t>Like DevOps, which inspired it, DataOps follows a similar approach of integrating Data —data acquisition, transformation, and deployment of new changes—with Operation— observation, metrics and logging, and discovery and analysis.</a:t>
            </a:r>
            <a:endParaRPr/>
          </a:p>
          <a:p>
            <a:pPr indent="0" lvl="0" marL="0" rtl="0" algn="l">
              <a:spcBef>
                <a:spcPts val="750"/>
              </a:spcBef>
              <a:spcAft>
                <a:spcPts val="0"/>
              </a:spcAft>
              <a:buNone/>
            </a:pPr>
            <a:r>
              <a:t/>
            </a:r>
            <a:endParaRPr/>
          </a:p>
          <a:p>
            <a:pPr indent="0" lvl="0" marL="0" rtl="0" algn="l">
              <a:spcBef>
                <a:spcPts val="750"/>
              </a:spcBef>
              <a:spcAft>
                <a:spcPts val="0"/>
              </a:spcAft>
              <a:buNone/>
            </a:pPr>
            <a:r>
              <a:rPr lang="en-GB"/>
              <a:t>Releasing new data products means merging and transforming data, usually from multiple sources. So, as in DevOps, DataOps uses version control to track changes to data transformation code and CI/CD automation to ship these changes to production.</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p:txBody>
      </p:sp>
      <p:pic>
        <p:nvPicPr>
          <p:cNvPr id="186" name="Google Shape;186;p30"/>
          <p:cNvPicPr preferRelativeResize="0"/>
          <p:nvPr/>
        </p:nvPicPr>
        <p:blipFill>
          <a:blip r:embed="rId3">
            <a:alphaModFix/>
          </a:blip>
          <a:stretch>
            <a:fillRect/>
          </a:stretch>
        </p:blipFill>
        <p:spPr>
          <a:xfrm>
            <a:off x="4319000" y="1842425"/>
            <a:ext cx="4302423" cy="22583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311700" y="609925"/>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DevOps Vs. DataOps</a:t>
            </a:r>
            <a:endParaRPr/>
          </a:p>
        </p:txBody>
      </p:sp>
      <p:pic>
        <p:nvPicPr>
          <p:cNvPr id="192" name="Google Shape;192;p31"/>
          <p:cNvPicPr preferRelativeResize="0"/>
          <p:nvPr/>
        </p:nvPicPr>
        <p:blipFill>
          <a:blip r:embed="rId3">
            <a:alphaModFix/>
          </a:blip>
          <a:stretch>
            <a:fillRect/>
          </a:stretch>
        </p:blipFill>
        <p:spPr>
          <a:xfrm>
            <a:off x="1621075" y="1127650"/>
            <a:ext cx="5250723" cy="37238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374525" y="807500"/>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GitHub Action</a:t>
            </a:r>
            <a:endParaRPr/>
          </a:p>
        </p:txBody>
      </p:sp>
      <p:pic>
        <p:nvPicPr>
          <p:cNvPr id="198" name="Google Shape;198;p32"/>
          <p:cNvPicPr preferRelativeResize="0"/>
          <p:nvPr/>
        </p:nvPicPr>
        <p:blipFill>
          <a:blip r:embed="rId3">
            <a:alphaModFix/>
          </a:blip>
          <a:stretch>
            <a:fillRect/>
          </a:stretch>
        </p:blipFill>
        <p:spPr>
          <a:xfrm>
            <a:off x="1005125" y="1670925"/>
            <a:ext cx="6843591" cy="2582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311700" y="748200"/>
            <a:ext cx="8520600" cy="57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GB"/>
              <a:t>When code is pushed</a:t>
            </a:r>
            <a:endParaRPr/>
          </a:p>
        </p:txBody>
      </p:sp>
      <p:pic>
        <p:nvPicPr>
          <p:cNvPr id="204" name="Google Shape;204;p33"/>
          <p:cNvPicPr preferRelativeResize="0"/>
          <p:nvPr/>
        </p:nvPicPr>
        <p:blipFill>
          <a:blip r:embed="rId3">
            <a:alphaModFix/>
          </a:blip>
          <a:stretch>
            <a:fillRect/>
          </a:stretch>
        </p:blipFill>
        <p:spPr>
          <a:xfrm>
            <a:off x="1670175" y="1320900"/>
            <a:ext cx="5442949" cy="3457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ctrTitle"/>
          </p:nvPr>
        </p:nvSpPr>
        <p:spPr>
          <a:xfrm>
            <a:off x="1143000" y="1100922"/>
            <a:ext cx="6858000" cy="1790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GB"/>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03 DEPI Presentation Tempa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